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34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074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443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234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642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66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145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833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594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878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327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A7C5C-195A-442E-A615-60B51B0224D8}" type="datetimeFigureOut">
              <a:rPr lang="hu-HU" smtClean="0"/>
              <a:t>2021. 10. 18.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869D8-7C85-4F21-9A49-D2FDDBDD77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810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Telepítése virtuális gépre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5586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7" name="Tartalom helye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45" y="1825625"/>
            <a:ext cx="4935510" cy="4351338"/>
          </a:xfrm>
        </p:spPr>
      </p:pic>
      <p:sp>
        <p:nvSpPr>
          <p:cNvPr id="6" name="Tartalom helye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93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63" y="1825625"/>
            <a:ext cx="4775273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5276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3969"/>
            <a:ext cx="5181600" cy="2914650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731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960"/>
            <a:ext cx="5181600" cy="415666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688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4313"/>
            <a:ext cx="5181600" cy="4113962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409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36169"/>
            <a:ext cx="5181600" cy="2930249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295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4356"/>
            <a:ext cx="5181600" cy="4133876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37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Virtuális gép létrehozása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62107"/>
            <a:ext cx="5181600" cy="4078374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96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1" y="1825625"/>
            <a:ext cx="5048058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657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1" y="1825625"/>
            <a:ext cx="5062797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470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1" y="1825625"/>
            <a:ext cx="5062797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778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1" y="1825625"/>
            <a:ext cx="5062797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924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53" y="1825625"/>
            <a:ext cx="5050093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7270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1" y="1825625"/>
            <a:ext cx="5062797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7979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77" y="1825625"/>
            <a:ext cx="5095645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1363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39" y="1825625"/>
            <a:ext cx="5040721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4037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58" y="1825625"/>
            <a:ext cx="5089284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511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97" y="1825625"/>
            <a:ext cx="5088206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0219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66" y="1825625"/>
            <a:ext cx="5085068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8693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77" y="1825625"/>
            <a:ext cx="5074446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1132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05" y="1825625"/>
            <a:ext cx="5080789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0171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2" y="1825625"/>
            <a:ext cx="5059695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9661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2" y="1825625"/>
            <a:ext cx="5059695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1854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77" y="1825625"/>
            <a:ext cx="5074446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3336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60" y="1825625"/>
            <a:ext cx="5064880" cy="4351338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5344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Ubuntu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telepítése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8509"/>
            <a:ext cx="5181600" cy="4025569"/>
          </a:xfrm>
        </p:spPr>
      </p:pic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484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CD6A43D1B78454A8980CCF5954A2BE0" ma:contentTypeVersion="3" ma:contentTypeDescription="Új dokumentum létrehozása." ma:contentTypeScope="" ma:versionID="35f2f8574282e33dcd4e10294d9bc014">
  <xsd:schema xmlns:xsd="http://www.w3.org/2001/XMLSchema" xmlns:xs="http://www.w3.org/2001/XMLSchema" xmlns:p="http://schemas.microsoft.com/office/2006/metadata/properties" xmlns:ns2="c7a805f4-7089-4131-884d-03a939649389" targetNamespace="http://schemas.microsoft.com/office/2006/metadata/properties" ma:root="true" ma:fieldsID="72bdee0a4924b568f4d6d8dbdd640df4" ns2:_="">
    <xsd:import namespace="c7a805f4-7089-4131-884d-03a939649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805f4-7089-4131-884d-03a939649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875F7D-8A7A-47F8-87CD-8C5CD6CB3584}"/>
</file>

<file path=customXml/itemProps2.xml><?xml version="1.0" encoding="utf-8"?>
<ds:datastoreItem xmlns:ds="http://schemas.openxmlformats.org/officeDocument/2006/customXml" ds:itemID="{09407827-34F0-4961-8568-2CD5960FB57B}"/>
</file>

<file path=customXml/itemProps3.xml><?xml version="1.0" encoding="utf-8"?>
<ds:datastoreItem xmlns:ds="http://schemas.openxmlformats.org/officeDocument/2006/customXml" ds:itemID="{0175BB09-63C4-4CC1-BDD3-AD258E3D6AF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Szélesvásznú</PresentationFormat>
  <Paragraphs>28</Paragraphs>
  <Slides>27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Office-téma</vt:lpstr>
      <vt:lpstr>Ubuntu Desktop</vt:lpstr>
      <vt:lpstr>Virtuális gép létrehozása</vt:lpstr>
      <vt:lpstr>Virtuális gép létrehozása</vt:lpstr>
      <vt:lpstr>Virtuális gép létrehozása</vt:lpstr>
      <vt:lpstr>Virtuális gép létrehozása</vt:lpstr>
      <vt:lpstr>Virtuális gép létrehozása</vt:lpstr>
      <vt:lpstr>Virtuális gép létrehozása</vt:lpstr>
      <vt:lpstr>Virtuális gép létrehozása</vt:lpstr>
      <vt:lpstr>Virtuális gép létrehozása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  <vt:lpstr>Ubuntu Desktop telepítése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Desktop</dc:title>
  <dc:creator>Peter Zsirmik</dc:creator>
  <cp:lastModifiedBy>Peter Zsirmik</cp:lastModifiedBy>
  <cp:revision>2</cp:revision>
  <dcterms:created xsi:type="dcterms:W3CDTF">2021-10-18T15:49:51Z</dcterms:created>
  <dcterms:modified xsi:type="dcterms:W3CDTF">2021-10-18T15:50:37Z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0x0101008CD6A43D1B78454A8980CCF5954A2BE0</vt:lpwstr>
  </property>
</Properties>
</file>